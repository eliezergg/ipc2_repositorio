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B99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E8772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SEGUNDO SEMESTRE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Versiones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y fundamentos · Configuración del software · Troncales y ramas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5074920"/>
            <a:ext cx="777240" cy="77724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9" name="Image 0" descr="git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5175961"/>
            <a:ext cx="575158" cy="5751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San Carlos de Guatemala  ·  Facultad de Ingeniería  ·  Escuela de Ciencias y Sistemas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ver hoy?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85800" cy="68580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5" name="Image 0" descr="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" y="200939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659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880360" y="1920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y fundamentos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685800" cy="68580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9" name="Image 1" descr="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4" y="3060954"/>
            <a:ext cx="507492" cy="5074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0175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80360" y="2971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de software para versionar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40080" y="4023360"/>
            <a:ext cx="685800" cy="68580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13" name="Image 2" descr="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" y="4112514"/>
            <a:ext cx="507492" cy="5074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0690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880360" y="4023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 troncales y ramas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2 — Manejo de Versiones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572000" cy="4572000"/>
          </a:xfrm>
          <a:prstGeom prst="ellipse">
            <a:avLst/>
          </a:prstGeom>
          <a:solidFill>
            <a:srgbClr val="1B998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0584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4" name="Image 0" descr="git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76" y="1130656"/>
            <a:ext cx="710489" cy="7104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versiones con Git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necesitamos versionar el código, cómo configurarlo, y cómo trabajar con ramas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2 — Manejo de Versiones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CONCEPTOS Y 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control de versiones?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Un sistema de control de versiones registra el historial de cambios de un proyecto en el tiempo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Git guarda "fotografías" (commits) del proyecto — se puede volver a cualquier punto anterior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Un repositorio (repo) es la carpeta donde Git guarda ese historial (carpeta oculta .git)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Sin control de versiones: solo el último estado. Con Git: TODO el historial disponible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EAF6F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de cambios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2 — Manejo de Versiones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PRIMEROS COMANDOS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un repositorio y el primer commit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Git repository in .git/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 Program.cs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Program.cs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"Primer commit: hola mundo"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(root-commit) 3f2a1c9] Primer commit: hola mundo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file changed, 3 insertions(+)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3f2a1c9 Primer commit: hola mundo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commit es un punto del historial al que siempre podés volver.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2 — Manejo de Versiones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CONFIGURACIÓN DE 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Git para versionar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git config --global identifica quién hace cada commit (nombre y correo)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Un archivo .gitignore le dice a Git qué carpetas/archivos NUNCA debe versionar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git remote add conecta el repo local con uno remoto (ej. GitHub)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git clone descarga un repositorio remoto completo, con todo su historial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CEFE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+ remoto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2 — Manejo de Versiones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CONFIGURACIÓN INICIAL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Identidad, .gitignore y repositorio remoto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user.name "Carlos Lima"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user.email "carlos@usac.edu.gt"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Contenido de .gitignore para un proyecto C#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obj/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*.user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https://github.com/usuario/repo.git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https://github.com/usuario/repo.git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bin/ y obj/ son carpetas generadas por el compilador — nunca deben versionarse.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2 — Manejo de Versiones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TRONCALES Y RAMAS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y Merging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La rama principal (main o troncal) contiene el código estable del proyecto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Una rama (branch) permite desarrollar una funcionalidad nueva sin afectar el main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git merge integra los cambios de una rama de vuelta hacia otra (usualmente hacia main)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Un tag marca un punto específico del historial como una versión (ej. v1.0)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EAF6F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ramas independientes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2 — Manejo de Versiones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VISUALIZACIÓN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rama nace, evoluciona y se integra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88720" y="3063240"/>
            <a:ext cx="2468880" cy="0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3063240"/>
            <a:ext cx="1645920" cy="0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3063240"/>
            <a:ext cx="1645920" cy="1645920"/>
          </a:xfrm>
          <a:prstGeom prst="line">
            <a:avLst/>
          </a:prstGeom>
          <a:noFill/>
          <a:ln w="38100">
            <a:solidFill>
              <a:srgbClr val="E877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4709160"/>
            <a:ext cx="2011680" cy="0"/>
          </a:xfrm>
          <a:prstGeom prst="line">
            <a:avLst/>
          </a:prstGeom>
          <a:noFill/>
          <a:ln w="38100">
            <a:solidFill>
              <a:srgbClr val="E87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315200" y="3063240"/>
            <a:ext cx="1645920" cy="1645920"/>
          </a:xfrm>
          <a:prstGeom prst="line">
            <a:avLst/>
          </a:prstGeom>
          <a:noFill/>
          <a:ln w="38100">
            <a:solidFill>
              <a:srgbClr val="E877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2962656"/>
            <a:ext cx="201168" cy="201168"/>
          </a:xfrm>
          <a:prstGeom prst="ellipse">
            <a:avLst/>
          </a:prstGeom>
          <a:solidFill>
            <a:srgbClr val="1B99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2962656"/>
            <a:ext cx="201168" cy="201168"/>
          </a:xfrm>
          <a:prstGeom prst="ellipse">
            <a:avLst/>
          </a:prstGeom>
          <a:solidFill>
            <a:srgbClr val="1B99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0536" y="2962656"/>
            <a:ext cx="201168" cy="201168"/>
          </a:xfrm>
          <a:prstGeom prst="ellipse">
            <a:avLst/>
          </a:prstGeom>
          <a:solidFill>
            <a:srgbClr val="1B99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06456" y="2962656"/>
            <a:ext cx="201168" cy="201168"/>
          </a:xfrm>
          <a:prstGeom prst="ellipse">
            <a:avLst/>
          </a:prstGeom>
          <a:solidFill>
            <a:srgbClr val="1B99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02936" y="4608576"/>
            <a:ext cx="201168" cy="201168"/>
          </a:xfrm>
          <a:prstGeom prst="ellipse">
            <a:avLst/>
          </a:prstGeom>
          <a:solidFill>
            <a:srgbClr val="E877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14616" y="4608576"/>
            <a:ext cx="201168" cy="201168"/>
          </a:xfrm>
          <a:prstGeom prst="ellipse">
            <a:avLst/>
          </a:prstGeom>
          <a:solidFill>
            <a:srgbClr val="E877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4873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feature/nueva-funcion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351008" y="2194560"/>
            <a:ext cx="512064" cy="512064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18" name="Image 0" descr="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7576" y="2261128"/>
            <a:ext cx="378927" cy="37892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241280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24028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feature/nueva-funcion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86968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main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feature/...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2 — Manejo de Versiones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COMANDOS DE RAMAS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Crear, integrar y etiquetar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main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feature/nueva-funcion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Switched to a new branch 'feature/nueva-funcion'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trabajás y hacés commits en la rama ...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main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feature/nueva-funcion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tag v1.0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v1.0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03_Troncales_Ramas/comandos.md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2 — Manejo de Versiones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B99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4" name="Image 0" descr="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3075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UNIDAD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Versionamiento completado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FE8E3"/>
                </a:solidFill>
              </a:rPr>
              <a:t>Ya podés iniciar un repositorio, configurarlo, y trabajar con ramas sin perder tu historial de cambios.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FC9C2"/>
                </a:solidFill>
              </a:rPr>
              <a:t>Próxima unidad — Unidad 3: Procesamiento de datos XML y JSON.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2 — Manejo de Versiones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2026-07-19T22:15:37Z</dcterms:created>
  <dcterms:modified xsi:type="dcterms:W3CDTF">2026-07-19T22:15:37Z</dcterms:modified>
</cp:coreProperties>
</file>