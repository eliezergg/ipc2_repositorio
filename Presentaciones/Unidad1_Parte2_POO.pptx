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E8772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SEGUNDO SEMESTRE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— Parte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Orientada a Objetos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 · Métodos y Atributos · Herencia · Abstracción · Polimorfismo · Encapsulamiento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892040"/>
            <a:ext cx="777240" cy="77724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0" descr="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4993081"/>
            <a:ext cx="575158" cy="5751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San Carlos de Guatemala  ·  Facultad de Ingeniería  ·  Escuela de Ciencias y Sistemas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 hoy?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5" name="Image 0" descr="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75820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97480" y="16733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y Objetos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2441448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9" name="Image 1" descr="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50801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45973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9748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y Atributos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40080" y="3191256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3" name="Image 2" descr="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257824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954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1.4.3.1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97480" y="3172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640080" y="3941064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17" name="Image 3" descr="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4007632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593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1.4.3.2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2697480" y="392277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640080" y="4690872"/>
            <a:ext cx="512064" cy="512064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21" name="Image 4" descr="mas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4757440"/>
            <a:ext cx="378927" cy="3789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709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1.4.3.3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2697480" y="46725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650" dirty="0"/>
          </a:p>
        </p:txBody>
      </p:sp>
      <p:sp>
        <p:nvSpPr>
          <p:cNvPr id="24" name="Shape 17"/>
          <p:cNvSpPr/>
          <p:nvPr/>
        </p:nvSpPr>
        <p:spPr>
          <a:xfrm>
            <a:off x="640080" y="5440680"/>
            <a:ext cx="512064" cy="512064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25" name="Image 5" descr="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648" y="5507248"/>
            <a:ext cx="378927" cy="3789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54589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1.4.3.4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697480" y="5422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30656"/>
            <a:ext cx="710489" cy="710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1.4.1 – 1.4.2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la POO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una clase, qué es un objeto, y cómo se define su comportamiento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— PROGRAMACIÓN ORIENTADA A OBJETOS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y Objetos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Una clase es un molde que define atributos (datos) y métodos (comportamiento)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objeto es una instancia concreta de una clase, creada con la palabra clave new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Cada objeto tiene su propio estado, aunque comparta la misma clase con otros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El constructor es un método especial que se ejecuta automáticamente al crear el objeto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molde → instancia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Estudiante(...)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una clase y crear objetos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Nombre;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   Carne;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Estudiante(string nombre, int carne)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Nombre = nombre;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Carne  = carne;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Cada 'new' crea un OBJETO independiente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e1 = new Estudiante("Carlos", 202300001);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e2 = new Estudiante("Ana", 202300002);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01_Clases_Objetos/Estudiante.cs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1.4.2 — PROGRAMACIÓN ORIENTADA A OBJETOS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y Atributos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Los atributos guardan el estado de un objeto (pueden cambiar con el tiempo)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Los métodos definen el comportamiento — pueden recibir parámetros y retornar valores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método void ejecuta una acción pero no retorna ningún resultado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La sobrecarga permite repetir el nombre de un método con distintos parámetros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+ comportamiento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CalcularPromedio()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1.4.2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Atributos, retorno y sobrecarga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Curso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Nombre;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List&lt;double&gt; _notas = new List&lt;double&gt;();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RegistrarNota(double nota) =&gt; _notas.Add(nota);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Método con retorno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CalcularPromedio()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suma = 0;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(double n in _notas) suma += n;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suma / _notas.Count;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02_Metodos_Atributos/Curso.cs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0584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776" y="1130656"/>
            <a:ext cx="710489" cy="7104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1.4.3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pilares de la POO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· Abstracción · Polimorfismo · Encapsulamiento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1.4.3.1 — PILAR DE LA POO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Permite que una clase (hija) reutilice atributos y métodos de otra (padre)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En C# se indica con dos puntos: class EstudianteH : Persona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base(...) llama al constructor de la clase padre desde la clase hija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virtual en el padre + override en la hija permiten cambiar el comportamiento heredado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padre → hijo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Hijo : Padre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1.4.3.1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Herencia con base() y override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Nombre { get; set;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void Presentarse()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Console.WriteLine($"Soy {Nombre}");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EstudianteH : Persona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Carne { get; set;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void Presentarse()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base.Presentarse();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Console.WriteLine($"Carné: {Carne}");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03_Herencia/EstudianteH.cs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1.4.3.2 — PILAR DE LA POO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Abstracción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Una clase abstracta define QUÉ debe hacer una figura, sin decir CÓMO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No se puede instanciar directamente (no existe new FiguraGeometrica())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Los métodos abstractos no tienen cuerpo — cada clase hija los implementa distinto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método concreto dentro de la clase abstracta sí puede compartirse tal cual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sin cuerpo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double Area();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1.4.3.2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y métodos abstractos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FiguraGeometrica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Color { get; set;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Sin cuerpo — cada hija lo implementa distinto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abstract double CalcularArea();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Circulo : FiguraGeometrica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Radio { get; set;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double CalcularArea()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Math.PI * Radio * Radio;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04_Abstraccion/FiguraGeometrica.cs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1.4.3.3 — PILAR DE LA POO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Polimorfismo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"Muchas formas": un mismo mensaje produce un comportamiento distinto según el objeto real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 arreglo del tipo padre puede contener objetos de distintas clases hijas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Al recorrerlo, cada objeto ejecuta SU PROPIA versión del método sobreescrito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El código que recorre el arreglo no necesita saber de qué tipo exacto es cada objeto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6F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mensaje, distinta forma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emp.CalcularSueldo()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1.4.3.3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arreglo, muchos comportamientos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Empleado[] planilla =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DocenteTiempoCompleto("Ing. Paz"),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AuxiliarPorHoras("Carlos", 80),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mismo mensaje, comportamiento distinto por tipo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(Empleado emp in planilla)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emp.MostrarSueldo();   // usa CalcularSueldo() de CADA tipo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Docente  -&gt; sueldo fijo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Auxiliar -&gt; horas * pago_por_hora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05_Polimorfismo/Program.cs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1.4.3.4 — PILAR DE LA POO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Encapsulamiento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040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7303A"/>
                </a:solidFill>
              </a:rPr>
              <a:t>Protege el estado interno del objeto — los campos privados no son accesibles desde afuera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Las properties son la puerta controlada para leer o modificar ese estado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Una property puede validar un valor antes de aceptarlo (evita estados inválidos)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7303A"/>
                </a:solidFill>
              </a:rPr>
              <a:t>Los métodos públicos son la única forma permitida de cambiar el estado desde afuera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01000" y="19202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CEFE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331720"/>
            <a:ext cx="960120" cy="96012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7" name="Image 0" descr="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696" y="2456536"/>
            <a:ext cx="710489" cy="7104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protegido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set { ... 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1.4.3.4 — CÓDIGO DE EJEMPLO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 privado + property con validación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1E2724"/>
          </a:solidFill>
          <a:ln/>
          <a:effectLst>
            <a:outerShdw sx="100000" sy="100000" kx="0" ky="0" algn="bl" rotWithShape="0" blurRad="101600" dist="38100" dir="5400000">
              <a:srgbClr val="13322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5FD0BE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9FC9C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10360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CuentaEstudiante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A99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_saldoBeca;   // nadie afuera lo toca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SaldoBeca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 { return _saldoBeca;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private set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(value &gt;= 0) _saldoBeca = value;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 Console.WriteLine("Saldo inválido");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8E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ejemplo completo: 06_Encapsulamiento/CuentaEstudiante.cs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01600" dist="38100" dir="5400000">
              <a:srgbClr val="0F2B27">
                <a:alpha val="35000"/>
              </a:srgbClr>
            </a:outerShdw>
          </a:effectLst>
        </p:spPr>
      </p:sp>
      <p:pic>
        <p:nvPicPr>
          <p:cNvPr id="4" name="Image 0" descr="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3075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UNIDAD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 completada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FE8E3"/>
                </a:solidFill>
              </a:rPr>
              <a:t>Ya podés modelar problemas reales con clases, herencia, abstracción, polimorfismo y encapsulamiento en C#.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C9C2"/>
                </a:solidFill>
              </a:rPr>
              <a:t>Próxima unidad — Unidad 2: Manejo de versiones con Git.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IPC2 · Unidad 1 — POO en C#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USAC · ECYS · 2do. Semestre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2026-07-19T21:08:13Z</dcterms:created>
  <dcterms:modified xsi:type="dcterms:W3CDTF">2026-07-19T21:08:13Z</dcterms:modified>
</cp:coreProperties>
</file>